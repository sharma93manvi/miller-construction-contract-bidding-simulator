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510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CC"/>
    <a:srgbClr val="000099"/>
    <a:srgbClr val="00FFFF"/>
    <a:srgbClr val="0000FF"/>
    <a:srgbClr val="0066FF"/>
    <a:srgbClr val="FFFF99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5782" autoAdjust="0"/>
  </p:normalViewPr>
  <p:slideViewPr>
    <p:cSldViewPr snapToGrid="0">
      <p:cViewPr varScale="1">
        <p:scale>
          <a:sx n="122" d="100"/>
          <a:sy n="122" d="100"/>
        </p:scale>
        <p:origin x="1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1392BE5-0F9C-481E-98BD-43E600D731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A3704E1-86C3-433A-A9A8-B18850FC3AF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7ED074D-E69D-4DAE-97CE-24FE8AC28A7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33BA0DB-0533-4912-A075-8379D9F7C9C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886CB95-BC3F-4D7A-AC04-A0037E20C0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53246B9-3713-4AAC-9DE3-478F0C637A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905FDB6-7E4C-4C69-B471-B88C3EB1F1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20BE834-430C-4342-AB63-5290C3AF3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EB0D51-7493-4C02-B9B9-DDAA6634F99F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5073ECB8-E18C-4000-A408-50DA12E689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B565ABF-663C-4949-886F-B484297EC1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auder School of Business">
            <a:extLst>
              <a:ext uri="{FF2B5EF4-FFF2-40B4-BE49-F238E27FC236}">
                <a16:creationId xmlns:a16="http://schemas.microsoft.com/office/drawing/2014/main" id="{FD85D298-06CA-4067-80EF-97A8737BDD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159500"/>
            <a:ext cx="173831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7">
            <a:extLst>
              <a:ext uri="{FF2B5EF4-FFF2-40B4-BE49-F238E27FC236}">
                <a16:creationId xmlns:a16="http://schemas.microsoft.com/office/drawing/2014/main" id="{DEF7AA5A-470F-48AC-AD1C-A6C58748A81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20236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229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6A50519-267C-4862-A634-46A711FA22C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408F2-4BFC-4C8D-87E2-D7B91EF38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68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1B4DA34-D972-43ED-B391-7DECB8BCA5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410AA-CCF0-422C-89DD-63AD585876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04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A2E444F-983E-4B78-9175-3DCC3A0823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03032-D504-45DD-AFB3-B9C8CEA298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358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303FEF5-8136-4EA9-A31F-BA28644CA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1D1DF-CC7D-45C7-925A-5271F82EC3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62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F3F0EE9-642A-4F69-8A5D-0BA640B1A9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D77D0-B4E1-4D47-9B11-426BAAAFF8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51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16109C1D-E774-4949-B95B-09033EDA06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353A3-5594-4E2C-8E6F-89FF35870D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7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CE266E1-AD11-4333-A3E8-F8F39AD409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180ED-A2FE-4597-A7C2-2EA2B6C1C6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81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1298B5D-5BEF-435A-B2E3-3F3A30A2D0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D2747-1B3F-435D-9A15-7B84F5AD40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07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4CD93B6-FE44-416F-92CF-BF06E3F258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0DF7E-0545-49CF-B45B-D24D8C66B3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36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4E0479E-995E-4BE0-8CEE-DA02A4EF7B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12406-159C-4D20-BE9A-B15E91E04A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750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5946926-C13A-4FA2-BC30-00B2A08C03E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F0F72-65BF-4303-98BB-98742ED446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34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545ACF3F-DA27-48C2-A5D5-1F338F0C8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7" name="Picture 8" descr="Sauder School of Business">
            <a:extLst>
              <a:ext uri="{FF2B5EF4-FFF2-40B4-BE49-F238E27FC236}">
                <a16:creationId xmlns:a16="http://schemas.microsoft.com/office/drawing/2014/main" id="{FBBB47DC-B887-43A5-8F6D-E4A6ADEED6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6383338"/>
            <a:ext cx="126523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Line 10">
            <a:extLst>
              <a:ext uri="{FF2B5EF4-FFF2-40B4-BE49-F238E27FC236}">
                <a16:creationId xmlns:a16="http://schemas.microsoft.com/office/drawing/2014/main" id="{CC171AF3-D73A-4A4C-B0CB-18067F871C9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37313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029" name="Rectangle 11">
            <a:extLst>
              <a:ext uri="{FF2B5EF4-FFF2-40B4-BE49-F238E27FC236}">
                <a16:creationId xmlns:a16="http://schemas.microsoft.com/office/drawing/2014/main" id="{D419A781-35D6-4B1D-BF99-FE3433A94E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42075"/>
            <a:ext cx="7581900" cy="417513"/>
          </a:xfrm>
          <a:prstGeom prst="rect">
            <a:avLst/>
          </a:prstGeom>
          <a:solidFill>
            <a:srgbClr val="669900"/>
          </a:solidFill>
          <a:ln w="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E0329DB8-0472-4C61-9E34-9DD000ED7E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76538" y="648176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7AA2403-9AC2-4B7E-A671-43581BA50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5" r:id="rId1"/>
    <p:sldLayoutId id="2147484774" r:id="rId2"/>
    <p:sldLayoutId id="2147484775" r:id="rId3"/>
    <p:sldLayoutId id="2147484776" r:id="rId4"/>
    <p:sldLayoutId id="2147484777" r:id="rId5"/>
    <p:sldLayoutId id="2147484778" r:id="rId6"/>
    <p:sldLayoutId id="2147484779" r:id="rId7"/>
    <p:sldLayoutId id="2147484780" r:id="rId8"/>
    <p:sldLayoutId id="2147484781" r:id="rId9"/>
    <p:sldLayoutId id="2147484782" r:id="rId10"/>
    <p:sldLayoutId id="2147484783" r:id="rId11"/>
    <p:sldLayoutId id="2147484784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>
            <a:extLst>
              <a:ext uri="{FF2B5EF4-FFF2-40B4-BE49-F238E27FC236}">
                <a16:creationId xmlns:a16="http://schemas.microsoft.com/office/drawing/2014/main" id="{C56A4E9D-107B-4B38-AFF8-4737A3C51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549BED-DB75-45FB-B48F-0B2E1DB566C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26F50AC-1845-4D85-AB71-73B821444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5018"/>
            <a:ext cx="9144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>
                <a:solidFill>
                  <a:schemeClr val="tx1"/>
                </a:solidFill>
              </a:rPr>
              <a:t>Bidding for Contracts</a:t>
            </a:r>
            <a:endParaRPr lang="en-US" altLang="en-US" sz="3600" dirty="0">
              <a:solidFill>
                <a:schemeClr val="bg1"/>
              </a:solidFill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7BF9D6D-BD69-4B28-8324-9D74ACE4E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54" y="788276"/>
            <a:ext cx="8926512" cy="567380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Miller Construction Co is deciding whether to submit a proposal to a “request for proposals” (RFP) for a project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Miller has data on their costs of preparing bids for similar projects in the past, as well as the total project completion costs for those RFPs they won.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These appear in the file </a:t>
            </a:r>
            <a:r>
              <a:rPr lang="en-US" altLang="en-US" sz="2000" dirty="0" err="1"/>
              <a:t>project_costs.csv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Note: Total project completion costs can’t ever be less than $70,000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Miller knows of one other competitor bidding as well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Uncertain what amount they will bid: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2000" dirty="0"/>
              <a:t>	min: $90,000; most likely: $130,000; max: $180,000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Two other potential competitors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Miller is uncertain whether each one will in fact bid on this project (estimates 50% chance each of them will independently place a bid)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Also, uncertain what amount they will bid if they do bid (assume same distribution for each as above with the known competitor)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Assume the project is awarded to the lowest bidder.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en-US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9834EE-F1B6-4AD4-8195-BACA0D7DB8E3}"/>
              </a:ext>
            </a:extLst>
          </p:cNvPr>
          <p:cNvCxnSpPr/>
          <p:nvPr/>
        </p:nvCxnSpPr>
        <p:spPr>
          <a:xfrm>
            <a:off x="0" y="705673"/>
            <a:ext cx="9144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21671</TotalTime>
  <Words>179</Words>
  <Application>Microsoft Macintosh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Default Design</vt:lpstr>
      <vt:lpstr>Bidding for Contracts</vt:lpstr>
    </vt:vector>
  </TitlesOfParts>
  <Company>Sauder School of Business,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shechter</dc:creator>
  <cp:lastModifiedBy>Shechter, Steven</cp:lastModifiedBy>
  <cp:revision>1339</cp:revision>
  <dcterms:created xsi:type="dcterms:W3CDTF">2006-10-24T20:12:19Z</dcterms:created>
  <dcterms:modified xsi:type="dcterms:W3CDTF">2026-04-22T06:30:04Z</dcterms:modified>
</cp:coreProperties>
</file>